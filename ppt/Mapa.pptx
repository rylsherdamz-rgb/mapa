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apa-gamma-seven.vercel.app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rylsherdamz-rgb/map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Mapa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GeoGuessr on Stellar Soroban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Guess locations from street view. Win XLM.</a:t>
            </a:r>
          </a:p>
          <a:p>
            <a:pPr lvl="0" indent="0" marL="0">
              <a:buNone/>
            </a:pPr>
            <a:r>
              <a:rPr b="1"/>
              <a:t>Live:</a:t>
            </a:r>
            <a:r>
              <a:rPr/>
              <a:t> </a:t>
            </a:r>
            <a:r>
              <a:rPr>
                <a:hlinkClick r:id="rId2"/>
              </a:rPr>
              <a:t>mapa-gamma-seven.vercel.app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The Problem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Centralized game servers can be shut down or manipulated</a:t>
            </a:r>
          </a:p>
          <a:p>
            <a:pPr lvl="0"/>
            <a:r>
              <a:rPr/>
              <a:t>Prize pools controlled by a single entity</a:t>
            </a:r>
          </a:p>
          <a:p>
            <a:pPr lvl="0"/>
            <a:r>
              <a:rPr/>
              <a:t>No transparency in scoring or payouts</a:t>
            </a:r>
          </a:p>
          <a:p>
            <a:pPr lvl="0"/>
            <a:r>
              <a:rPr/>
              <a:t>Users don’t truly own in-game assets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The Solution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Decentralized geography guessing on Stellar Soroban</a:t>
            </a:r>
          </a:p>
          <a:p>
            <a:pPr lvl="0"/>
            <a:r>
              <a:rPr/>
              <a:t>Smart contract‑governed game logic</a:t>
            </a:r>
          </a:p>
          <a:p>
            <a:pPr lvl="0"/>
            <a:r>
              <a:rPr/>
              <a:t>Transparent, on‑chain prize distribution</a:t>
            </a:r>
          </a:p>
          <a:p>
            <a:pPr lvl="0"/>
            <a:r>
              <a:rPr/>
              <a:t>Wallet‑based identity — no signups</a:t>
            </a:r>
          </a:p>
          <a:p>
            <a:pPr lvl="0"/>
            <a:r>
              <a:rPr/>
              <a:t>Every guess, stake, and payout verifiable on ledger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How It Works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Connect Wallet</a:t>
            </a:r>
            <a:r>
              <a:rPr/>
              <a:t> — Freighter, xBull, Lobstr, or Hana</a:t>
            </a:r>
          </a:p>
          <a:p>
            <a:pPr lvl="0" indent="-342900" marL="342900">
              <a:buAutoNum type="arabicPeriod"/>
            </a:pPr>
            <a:r>
              <a:rPr b="1"/>
              <a:t>See a Location</a:t>
            </a:r>
            <a:r>
              <a:rPr/>
              <a:t> — Random Google Street View imagery</a:t>
            </a:r>
          </a:p>
          <a:p>
            <a:pPr lvl="0" indent="-342900" marL="342900">
              <a:buAutoNum type="arabicPeriod"/>
            </a:pPr>
            <a:r>
              <a:rPr b="1"/>
              <a:t>Drop a Pin</a:t>
            </a:r>
            <a:r>
              <a:rPr/>
              <a:t> — Guess where in the world it is</a:t>
            </a:r>
          </a:p>
          <a:p>
            <a:pPr lvl="0" indent="-342900" marL="342900">
              <a:buAutoNum type="arabicPeriod"/>
            </a:pPr>
            <a:r>
              <a:rPr b="1"/>
              <a:t>Win XLM</a:t>
            </a:r>
            <a:r>
              <a:rPr/>
              <a:t> — Closer guess = bigger payout from the pot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Architecture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┌──────────────┐    ┌──────────────────┐
│ Next.js 16   │    │ Google Maps API  │
│ (React 19)   │───▶│ Street View+Map  │
│              │    └──────────────────┘
│ Wallet Kit   │
│ React Query  │    ┌──────────────────┐
│ Tailwind CSS │───▶│ Stellar Soroban  │
└──────────────┘    │                  │
                    │ • MapaGame       │
                    │ • LocationVault  │
                    └──────────────────┘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Smart Contracts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MapaGame</a:t>
            </a:r>
          </a:p>
          <a:p>
            <a:pPr lvl="0"/>
            <a:r>
              <a:rPr/>
              <a:t>Room lifecycle: create, join, guess, resolve, claim</a:t>
            </a:r>
          </a:p>
          <a:p>
            <a:pPr lvl="0"/>
            <a:r>
              <a:rPr/>
              <a:t>Haversine distance with integer math</a:t>
            </a:r>
          </a:p>
          <a:p>
            <a:pPr lvl="0"/>
            <a:r>
              <a:rPr/>
              <a:t>Prize: 250bps platform fee, rest to winner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MapaLocationVault</a:t>
            </a:r>
          </a:p>
          <a:p>
            <a:pPr lvl="0"/>
            <a:r>
              <a:rPr/>
              <a:t>Location storage (lat/lng + images)</a:t>
            </a:r>
          </a:p>
          <a:p>
            <a:pPr lvl="0"/>
            <a:r>
              <a:rPr/>
              <a:t>Random location selection</a:t>
            </a:r>
          </a:p>
          <a:p>
            <a:pPr lvl="0"/>
            <a:r>
              <a:rPr/>
              <a:t>Admin CRUD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Contract Addresses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MapaGame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CCBTZEMT...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LocationVault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CC4RZMXH...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MAPATST2 Token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CD35R3Y5...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Deployed on </a:t>
            </a:r>
            <a:r>
              <a:rPr b="1"/>
              <a:t>Stellar Testnet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Prize Mechanics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Entry fee:</a:t>
            </a:r>
            <a:r>
              <a:rPr/>
              <a:t> 0.1 MAPATST2 per game</a:t>
            </a:r>
          </a:p>
          <a:p>
            <a:pPr lvl="0"/>
            <a:r>
              <a:rPr b="1"/>
              <a:t>Score:</a:t>
            </a:r>
            <a:r>
              <a:rPr/>
              <a:t> 0–1,000,000 (perfect = 1M, &gt;20km = 0)</a:t>
            </a:r>
          </a:p>
          <a:p>
            <a:pPr lvl="0"/>
            <a:r>
              <a:rPr b="1"/>
              <a:t>Prize:</a:t>
            </a:r>
            <a:r>
              <a:rPr/>
              <a:t> </a:t>
            </a:r>
            <a:r>
              <a:rPr>
                <a:latin typeface="Courier"/>
              </a:rPr>
              <a:t>entry_fee × score / 1,000,000</a:t>
            </a:r>
          </a:p>
          <a:p>
            <a:pPr lvl="0"/>
            <a:r>
              <a:rPr b="1"/>
              <a:t>Tie:</a:t>
            </a:r>
            <a:r>
              <a:rPr/>
              <a:t> Equal distance → both refunded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Tech Stack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Blockchain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Stellar Soroban (Rust)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Next.js 16, React 19, TS 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Tailwind CSS v4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Maps API (Street View)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Stellar Wallet Kit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TanStack React Query 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Actions + Vercel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Testing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11 unit tests via </a:t>
            </a:r>
            <a:r>
              <a:rPr>
                <a:latin typeface="Courier"/>
              </a:rPr>
              <a:t>cargo test</a:t>
            </a:r>
          </a:p>
          <a:p>
            <a:pPr lvl="0"/>
            <a:r>
              <a:rPr/>
              <a:t>Room lifecycle (create → join → guess → resolve → claim)</a:t>
            </a:r>
          </a:p>
          <a:p>
            <a:pPr lvl="0"/>
            <a:r>
              <a:rPr/>
              <a:t>Auto‑match with fee calculation</a:t>
            </a:r>
          </a:p>
          <a:p>
            <a:pPr lvl="0"/>
            <a:r>
              <a:rPr/>
              <a:t>Tie resolution</a:t>
            </a:r>
          </a:p>
          <a:p>
            <a:pPr lvl="0"/>
            <a:r>
              <a:rPr/>
              <a:t>GitHub Actions CI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User Feedback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50 testnet wallet holders submitted feedback via Google Form.</a:t>
            </a:r>
          </a:p>
          <a:p>
            <a:pPr lvl="0" indent="0" marL="0">
              <a:buNone/>
            </a:pPr>
            <a:r>
              <a:rPr b="1"/>
              <a:t>Top requests:</a:t>
            </a:r>
            <a:r>
              <a:rPr/>
              <a:t> 1. QR code integration 2. Onboarding improvements 3. Search / filter rooms 4. Leaderboards 5. Friend challenges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Future Roadmap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Mainnet deployment</a:t>
            </a:r>
          </a:p>
          <a:p>
            <a:pPr lvl="0"/>
            <a:r>
              <a:rPr/>
              <a:t>QR code for wallet sharing</a:t>
            </a:r>
          </a:p>
          <a:p>
            <a:pPr lvl="0"/>
            <a:r>
              <a:rPr/>
              <a:t>Onboarding tutorial</a:t>
            </a:r>
          </a:p>
          <a:p>
            <a:pPr lvl="0"/>
            <a:r>
              <a:rPr/>
              <a:t>Leaderboards &amp; rankings</a:t>
            </a:r>
          </a:p>
          <a:p>
            <a:pPr lvl="0"/>
            <a:r>
              <a:rPr/>
              <a:t>Group/friend challenges</a:t>
            </a:r>
          </a:p>
          <a:p>
            <a:pPr lvl="0"/>
            <a:r>
              <a:rPr/>
              <a:t>Mobile app (React Native)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Get Involved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GitHub:</a:t>
            </a:r>
            <a:r>
              <a:rPr/>
              <a:t> </a:t>
            </a:r>
            <a:r>
              <a:rPr>
                <a:hlinkClick r:id="rId2"/>
              </a:rPr>
              <a:t>github.com/rylsherdamz-rgb/mapa</a:t>
            </a:r>
          </a:p>
          <a:p>
            <a:pPr lvl="0"/>
            <a:r>
              <a:rPr b="1"/>
              <a:t>Feedback:</a:t>
            </a:r>
            <a:r>
              <a:rPr/>
              <a:t> Google Form</a:t>
            </a:r>
          </a:p>
          <a:p>
            <a:pPr lvl="0"/>
            <a:r>
              <a:rPr b="1"/>
              <a:t>License:</a:t>
            </a:r>
            <a:r>
              <a:rPr/>
              <a:t> MIT</a:t>
            </a:r>
          </a:p>
          <a:p>
            <a:pPr lvl="0" indent="0" marL="0">
              <a:buNone/>
            </a:pPr>
            <a:r>
              <a:rPr b="1"/>
              <a:t>Built on Stellar Soroban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2026-07-28T15:17:07Z</dcterms:created>
  <dcterms:modified xsi:type="dcterms:W3CDTF">2026-07-28T15:17:07Z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">
    <vt:lpwstr/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theme">
    <vt:lpwstr>uncover</vt:lpwstr>
  </property>
</Properties>
</file>